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JVwIg+Y159sjUxzCNnNKN8GUk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6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3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NYC UBER RIDES  ·  EXPLORATORY DATA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2606040"/>
            <a:ext cx="10058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5F5F7"/>
                </a:solidFill>
                <a:latin typeface="Cambria"/>
                <a:ea typeface="Cambria"/>
                <a:cs typeface="Cambria"/>
                <a:sym typeface="Cambria"/>
              </a:rPr>
              <a:t>What Actually Drives</a:t>
            </a:r>
            <a:br>
              <a:rPr b="1" i="0" lang="en-US" sz="5400" u="none" cap="none" strike="noStrike">
                <a:solidFill>
                  <a:srgbClr val="F5F5F7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US" sz="5400" u="none" cap="none" strike="noStrike">
                <a:solidFill>
                  <a:srgbClr val="FFC300"/>
                </a:solidFill>
                <a:latin typeface="Cambria"/>
                <a:ea typeface="Cambria"/>
                <a:cs typeface="Cambria"/>
                <a:sym typeface="Cambria"/>
              </a:rPr>
              <a:t>an Uber Fare?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4709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C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500,000 NYC rides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349240"/>
            <a:ext cx="50292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BEFORE ANYTHING ELSE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Cleaning the data changed </a:t>
            </a:r>
            <a:r>
              <a:rPr b="1" lang="en-US" sz="28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mostly everything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63315" y="2415695"/>
            <a:ext cx="2578500" cy="2331600"/>
          </a:xfrm>
          <a:prstGeom prst="roundRect">
            <a:avLst>
              <a:gd fmla="val 3529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62497" y="2583428"/>
            <a:ext cx="365700" cy="549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662497" y="2679195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Coordinates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719372" y="3171318"/>
            <a:ext cx="206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Stored in radians, not degrees — every map or distance check needed conversion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21766" y="2415695"/>
            <a:ext cx="2578500" cy="2331600"/>
          </a:xfrm>
          <a:prstGeom prst="roundRect">
            <a:avLst>
              <a:gd fmla="val 3529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477823" y="2583428"/>
            <a:ext cx="365700" cy="549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3422698" y="2679195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413748" y="3171318"/>
            <a:ext cx="206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Ranged from –$44 to $500 — negative and impossible values got removed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054867" y="2415695"/>
            <a:ext cx="2578500" cy="2331600"/>
          </a:xfrm>
          <a:prstGeom prst="roundRect">
            <a:avLst>
              <a:gd fmla="val 3529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182899" y="2583415"/>
            <a:ext cx="365700" cy="549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6182899" y="2679195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Passengers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6310924" y="3171318"/>
            <a:ext cx="206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1,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rides logged 0 passengers 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which is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not a real trip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887968" y="2415632"/>
            <a:ext cx="2578500" cy="2331600"/>
          </a:xfrm>
          <a:prstGeom prst="roundRect">
            <a:avLst>
              <a:gd fmla="val 3529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144025" y="2583440"/>
            <a:ext cx="365700" cy="549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9144025" y="2721995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Distance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9143950" y="3171318"/>
            <a:ext cx="206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7,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rides under 50m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pickuping  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and dropping off which means there was 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 real trips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QUESTIONS 1, 2, 4,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Four plausible factors — none of them moved the fare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fmla="val 3256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1_passenger_vs_fare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892808"/>
            <a:ext cx="324612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/>
          <p:nvPr/>
        </p:nvSpPr>
        <p:spPr>
          <a:xfrm>
            <a:off x="4069080" y="19476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Q1 · Passengers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4069080" y="2450585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correlation with fare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fmla="val 3256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2_car_condition_vs_fare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1928" y="1892808"/>
            <a:ext cx="324612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/>
        </p:nvSpPr>
        <p:spPr>
          <a:xfrm>
            <a:off x="9692640" y="19476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Q2 · Car condition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9692640" y="2450585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gap, Bad → Very Good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fmla="val 3256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4_traffic_vs_fare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4041648"/>
            <a:ext cx="324612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 txBox="1"/>
          <p:nvPr/>
        </p:nvSpPr>
        <p:spPr>
          <a:xfrm>
            <a:off x="4069080" y="40965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Q4 · Traffic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4123955" y="4594862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gap, Flow → Congested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fmla="val 3256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7_weather_vs_distance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1928" y="4041648"/>
            <a:ext cx="324612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9692640" y="40965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Q7 · Weather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9692640" y="4594912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spread across 5 conditions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QUESTIONS 3 &amp;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Expensive hours aren't busy hours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1828800"/>
            <a:ext cx="5440680" cy="2743200"/>
          </a:xfrm>
          <a:prstGeom prst="roundRect">
            <a:avLst>
              <a:gd fmla="val 2667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3_fare_by_hour.png" id="77" name="Google Shape;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65960"/>
            <a:ext cx="5166360" cy="252265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/>
          <p:nvPr/>
        </p:nvSpPr>
        <p:spPr>
          <a:xfrm>
            <a:off x="685800" y="4607484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Q3 · Fare by hour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685800" y="4945812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5 AM  </a:t>
            </a: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highest average fare — about $15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172200" y="1828800"/>
            <a:ext cx="5440680" cy="2743200"/>
          </a:xfrm>
          <a:prstGeom prst="roundRect">
            <a:avLst>
              <a:gd fmla="val 2667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6_rides_by_hour.png"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965960"/>
            <a:ext cx="5166360" cy="252265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6309360" y="4607484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Q6 · Rides by hour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6309360" y="4945812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7 PM  </a:t>
            </a: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most ride requests — about 30,</a:t>
            </a: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 AM has the highest average fare and the fewest rides of the day. The fare peak comes from longer trips at that hour, not from demand-based pricing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Is trip distance the strongest predictor of fare?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806440" y="1691640"/>
            <a:ext cx="5943600" cy="3566160"/>
          </a:xfrm>
          <a:prstGeom prst="roundRect">
            <a:avLst>
              <a:gd fmla="val 2051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5_distance_vs_fare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783080"/>
            <a:ext cx="566928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PLOT CHOICE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548640" y="205740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Scatter plot — the right choice for two numeric variables, since it shows both direction and shape of the relationship</a:t>
            </a: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48640" y="3337560"/>
            <a:ext cx="512064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clear, almost straight line: as distance rises, fare rises with it. This is the single strongest relationship in the whole dataset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5349240"/>
            <a:ext cx="5120640" cy="777240"/>
          </a:xfrm>
          <a:prstGeom prst="roundRect">
            <a:avLst>
              <a:gd fmla="val 9412" name="adj"/>
            </a:avLst>
          </a:prstGeom>
          <a:solidFill>
            <a:srgbClr val="161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822972" y="5349240"/>
            <a:ext cx="4572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C300"/>
                </a:solidFill>
                <a:latin typeface="Cambria"/>
                <a:ea typeface="Cambria"/>
                <a:cs typeface="Cambria"/>
                <a:sym typeface="Cambria"/>
              </a:rPr>
              <a:t>0.90  </a:t>
            </a:r>
            <a:r>
              <a:rPr b="0" i="0" lang="en-US" sz="1200" u="none" cap="none" strike="noStrike">
                <a:solidFill>
                  <a:srgbClr val="A6A6C1"/>
                </a:solidFill>
                <a:latin typeface="Cambria"/>
                <a:ea typeface="Cambria"/>
                <a:cs typeface="Cambria"/>
                <a:sym typeface="Cambria"/>
              </a:rPr>
              <a:t>correlation with fare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6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QUESTION 8  ·  THE EXCEPTION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5F5F7"/>
                </a:solidFill>
                <a:latin typeface="Cambria"/>
                <a:ea typeface="Cambria"/>
                <a:cs typeface="Cambria"/>
                <a:sym typeface="Cambria"/>
              </a:rPr>
              <a:t>Are rides that start closer to airports generally more expensive?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989320" y="1920240"/>
            <a:ext cx="5897880" cy="2166386"/>
          </a:xfrm>
          <a:prstGeom prst="roundRect">
            <a:avLst>
              <a:gd fmla="val 3377" name="adj"/>
            </a:avLst>
          </a:prstGeom>
          <a:solidFill>
            <a:srgbClr val="23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8_airport_proximity_vs_fare.png"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2057400"/>
            <a:ext cx="5623560" cy="189206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/>
        </p:nvSpPr>
        <p:spPr>
          <a:xfrm>
            <a:off x="548640" y="19202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PLOT CHOICE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548640" y="2194560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6A6C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Scatter plot of fare vs. distance to JFK, backed by a boxplot comparing near-JFK pickups to the rest of NYC</a:t>
            </a:r>
            <a:r>
              <a:rPr lang="en-US" sz="1300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48640" y="3291840"/>
            <a:ext cx="2423160" cy="1417320"/>
          </a:xfrm>
          <a:prstGeom prst="roundRect">
            <a:avLst>
              <a:gd fmla="val 5161" name="adj"/>
            </a:avLst>
          </a:prstGeom>
          <a:solidFill>
            <a:srgbClr val="23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777240" y="34290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C300"/>
                </a:solidFill>
                <a:latin typeface="Cambria"/>
                <a:ea typeface="Cambria"/>
                <a:cs typeface="Cambria"/>
                <a:sym typeface="Cambria"/>
              </a:rPr>
              <a:t>$44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77240" y="40690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C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avg. fare within 2km of JFK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154680" y="3291840"/>
            <a:ext cx="2423160" cy="1417320"/>
          </a:xfrm>
          <a:prstGeom prst="roundRect">
            <a:avLst>
              <a:gd fmla="val 5161" name="adj"/>
            </a:avLst>
          </a:prstGeom>
          <a:solidFill>
            <a:srgbClr val="23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3383280" y="34290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7"/>
                </a:solidFill>
                <a:latin typeface="Cambria"/>
                <a:ea typeface="Cambria"/>
                <a:cs typeface="Cambria"/>
                <a:sym typeface="Cambria"/>
              </a:rPr>
              <a:t>$10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3383280" y="40690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C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avg. fare everywhere else in NYC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548640" y="493776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Rides that start near JFK cost roughly 4x more than the rest of the city — the single largest effect anywhere in this dataset. If a pricing model were built from this data, airports would need their own rule, not just a distance multiplier.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C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QUESTION </a:t>
            </a:r>
            <a:r>
              <a:rPr b="1" lang="en-US" sz="1200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Which features actually correlate with fare?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11480" y="1691640"/>
            <a:ext cx="5943600" cy="3566160"/>
          </a:xfrm>
          <a:prstGeom prst="roundRect">
            <a:avLst>
              <a:gd fmla="val 2051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12_correlation_heatmap.png"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566928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6537960" y="1783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PLOT CHOICE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537960" y="205740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Correlation heatmap </a:t>
            </a: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which</a:t>
            </a: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compares every numeric feature against fare at once, faster than eight separate scatter plots</a:t>
            </a: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but it </a:t>
            </a: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only catches straight-line relationships.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537960" y="30632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6537960" y="3337560"/>
            <a:ext cx="512064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Distance dominates at 0.90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JFK is a distant second at –0.46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closer a pickup is to the airport, the higher the fare. Everything else — hour, passengers, weekday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are </a:t>
            </a: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below 0.03: essentially no relationship at all.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537960" y="5349240"/>
            <a:ext cx="5120640" cy="777240"/>
          </a:xfrm>
          <a:prstGeom prst="roundRect">
            <a:avLst>
              <a:gd fmla="val 9412" name="adj"/>
            </a:avLst>
          </a:prstGeom>
          <a:solidFill>
            <a:srgbClr val="161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C300"/>
                </a:solidFill>
                <a:latin typeface="Cambria"/>
                <a:ea typeface="Cambria"/>
                <a:cs typeface="Cambria"/>
                <a:sym typeface="Cambria"/>
              </a:rPr>
              <a:t>−0.46  </a:t>
            </a:r>
            <a:r>
              <a:rPr b="0" i="0" lang="en-US" sz="1200" u="none" cap="none" strike="noStrike">
                <a:solidFill>
                  <a:srgbClr val="A6A6C1"/>
                </a:solidFill>
                <a:latin typeface="Cambria"/>
                <a:ea typeface="Cambria"/>
                <a:cs typeface="Cambria"/>
                <a:sym typeface="Cambria"/>
              </a:rPr>
              <a:t>jfk_km vs fare — the feature that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6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23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822960" y="283464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5F5F7"/>
                </a:solidFill>
                <a:latin typeface="Cambria"/>
                <a:ea typeface="Cambria"/>
                <a:cs typeface="Cambria"/>
                <a:sym typeface="Cambria"/>
              </a:rPr>
              <a:t>Distance drives the fare.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5F5F7"/>
                </a:solidFill>
                <a:latin typeface="Cambria"/>
                <a:ea typeface="Cambria"/>
                <a:cs typeface="Cambria"/>
                <a:sym typeface="Cambria"/>
              </a:rPr>
              <a:t>Airports are the exception.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22960" y="44805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C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6A6C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2026-09-22T18:36:27Z</dcterms:created>
  <dc:creator>PptxGenJS</dc:creator>
</cp:coreProperties>
</file>